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56" r:id="rId2"/>
    <p:sldId id="261" r:id="rId3"/>
    <p:sldId id="309" r:id="rId4"/>
    <p:sldId id="322" r:id="rId5"/>
    <p:sldId id="323" r:id="rId6"/>
    <p:sldId id="324" r:id="rId7"/>
    <p:sldId id="321" r:id="rId8"/>
    <p:sldId id="325" r:id="rId9"/>
    <p:sldId id="326" r:id="rId10"/>
    <p:sldId id="327" r:id="rId11"/>
    <p:sldId id="311" r:id="rId12"/>
    <p:sldId id="328" r:id="rId13"/>
    <p:sldId id="329" r:id="rId14"/>
    <p:sldId id="312" r:id="rId15"/>
    <p:sldId id="331" r:id="rId16"/>
    <p:sldId id="313" r:id="rId17"/>
    <p:sldId id="330" r:id="rId18"/>
    <p:sldId id="314" r:id="rId19"/>
    <p:sldId id="332" r:id="rId20"/>
    <p:sldId id="315" r:id="rId21"/>
    <p:sldId id="316" r:id="rId22"/>
    <p:sldId id="31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4BD0D-F377-4BB2-950B-0ABDBF7025C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37254-F8D8-44B7-8D96-0638D1688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Abandoned App : </a:t>
            </a:r>
            <a:r>
              <a:rPr lang="en-US" b="1" dirty="0"/>
              <a:t>Business Perspective:</a:t>
            </a:r>
            <a:r>
              <a:rPr lang="en-US" dirty="0"/>
              <a:t> The business </a:t>
            </a:r>
            <a:r>
              <a:rPr lang="en-US" b="1" dirty="0"/>
              <a:t>loses customers</a:t>
            </a:r>
            <a:r>
              <a:rPr lang="en-US" dirty="0"/>
              <a:t> because people stop engaging with their product.</a:t>
            </a:r>
          </a:p>
          <a:p>
            <a:r>
              <a:rPr lang="en-US" dirty="0"/>
              <a:t>Higher Customer Retention: It means </a:t>
            </a:r>
            <a:r>
              <a:rPr lang="en-US" b="1" dirty="0"/>
              <a:t>more customers keep coming back</a:t>
            </a:r>
            <a:r>
              <a:rPr lang="en-US" dirty="0"/>
              <a:t> to use your product or service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37254-F8D8-44B7-8D96-0638D1688C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1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1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2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1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4F6-8B81-41C3-9539-DA183A3106B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0388-B079-A389-5EBE-C58E4856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573A-2BBC-EE84-71B3-8B9EF275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D68E3-D30D-AA20-48F4-C569A026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5" y="788918"/>
            <a:ext cx="11132090" cy="37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2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81C-59EE-16DB-00C9-737771AE8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Lecture :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6595-6D7A-271E-1DC9-E6C569455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User Experience (UX) Design &amp; Customer Journey for Business Apps</a:t>
            </a:r>
          </a:p>
        </p:txBody>
      </p:sp>
    </p:spTree>
    <p:extLst>
      <p:ext uri="{BB962C8B-B14F-4D97-AF65-F5344CB8AC3E}">
        <p14:creationId xmlns:p14="http://schemas.microsoft.com/office/powerpoint/2010/main" val="78981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CB39-ED77-B92F-CD7A-784EBD75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User Experience (UX) and User Interface (UI)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E3F1-26C4-1422-B910-D423A2D66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is UX?</a:t>
            </a:r>
          </a:p>
          <a:p>
            <a:r>
              <a:rPr lang="en-US" dirty="0"/>
              <a:t>UX means how a person feels when using an app, website, or software.</a:t>
            </a:r>
          </a:p>
          <a:p>
            <a:r>
              <a:rPr lang="en-US" dirty="0"/>
              <a:t>It is about:</a:t>
            </a:r>
          </a:p>
          <a:p>
            <a:r>
              <a:rPr lang="en-US" dirty="0"/>
              <a:t>Is it easy to use?</a:t>
            </a:r>
          </a:p>
          <a:p>
            <a:r>
              <a:rPr lang="en-US" dirty="0"/>
              <a:t>Is it smooth?</a:t>
            </a:r>
          </a:p>
          <a:p>
            <a:r>
              <a:rPr lang="en-US" dirty="0"/>
              <a:t>Is it confusing?</a:t>
            </a:r>
          </a:p>
          <a:p>
            <a:r>
              <a:rPr lang="en-US" dirty="0"/>
              <a:t>Is it enjoyable?</a:t>
            </a:r>
          </a:p>
          <a:p>
            <a:r>
              <a:rPr lang="en-US" dirty="0"/>
              <a:t>UX is about the </a:t>
            </a:r>
            <a:r>
              <a:rPr lang="en-US" b="1" dirty="0"/>
              <a:t>overall experience</a:t>
            </a:r>
            <a:r>
              <a:rPr lang="en-US" dirty="0"/>
              <a:t>, not just how it looks.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5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1170-132A-CA53-602E-C3BFA64C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food delivery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4AB0-CF7B-B6B5-E98F-077CCCE58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you use </a:t>
            </a:r>
            <a:r>
              <a:rPr lang="en-US" dirty="0" err="1"/>
              <a:t>Foodpanda</a:t>
            </a:r>
            <a:r>
              <a:rPr lang="en-US" dirty="0"/>
              <a:t>.</a:t>
            </a:r>
          </a:p>
          <a:p>
            <a:r>
              <a:rPr lang="en-US" dirty="0"/>
              <a:t>If You quickly find your favorite restaurant</a:t>
            </a:r>
          </a:p>
          <a:p>
            <a:r>
              <a:rPr lang="en-US" dirty="0"/>
              <a:t>Adding items to cart is simple</a:t>
            </a:r>
          </a:p>
          <a:p>
            <a:r>
              <a:rPr lang="en-US" dirty="0"/>
              <a:t>Payment is fast</a:t>
            </a:r>
          </a:p>
          <a:p>
            <a:r>
              <a:rPr lang="en-US" dirty="0"/>
              <a:t>Order tracking is clear</a:t>
            </a:r>
          </a:p>
          <a:p>
            <a:r>
              <a:rPr lang="en-US" dirty="0"/>
              <a:t>You feel happy and relaxed.</a:t>
            </a:r>
          </a:p>
          <a:p>
            <a:r>
              <a:rPr lang="en-US" dirty="0"/>
              <a:t> That is </a:t>
            </a:r>
            <a:r>
              <a:rPr lang="en-US" b="1" dirty="0"/>
              <a:t>good UX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2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B85A-C454-F5E4-AC4C-AE4FFA6A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good </a:t>
            </a:r>
            <a:r>
              <a:rPr lang="en-US" dirty="0" err="1"/>
              <a:t>ux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C4E6F-9C68-8398-4BF5-751A200BF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UX includes:</a:t>
            </a:r>
          </a:p>
          <a:p>
            <a:r>
              <a:rPr lang="en-US" b="1" dirty="0"/>
              <a:t>1. Easy to Use</a:t>
            </a:r>
          </a:p>
          <a:p>
            <a:r>
              <a:rPr lang="en-US" dirty="0"/>
              <a:t>User should not think too much.</a:t>
            </a:r>
          </a:p>
          <a:p>
            <a:r>
              <a:rPr lang="en-US" b="1" dirty="0"/>
              <a:t> 2. Simple Design</a:t>
            </a:r>
          </a:p>
          <a:p>
            <a:r>
              <a:rPr lang="en-US" dirty="0"/>
              <a:t>Not too many buttons or options.</a:t>
            </a:r>
          </a:p>
          <a:p>
            <a:r>
              <a:rPr lang="en-US" b="1" dirty="0"/>
              <a:t>3. Fast Performance</a:t>
            </a:r>
          </a:p>
          <a:p>
            <a:r>
              <a:rPr lang="en-US" dirty="0"/>
              <a:t>App should not be slow.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2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1616-DD9E-AB66-7743-3BA500CD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CD0A-5F66-A0FE-0422-11B8FB8CD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Clear Navigation</a:t>
            </a:r>
          </a:p>
          <a:p>
            <a:r>
              <a:rPr lang="en-US" dirty="0"/>
              <a:t>Users know where they are.</a:t>
            </a:r>
          </a:p>
          <a:p>
            <a:r>
              <a:rPr lang="en-US" b="1" dirty="0"/>
              <a:t> 5. Helpful Error Messages</a:t>
            </a:r>
          </a:p>
          <a:p>
            <a:r>
              <a:rPr lang="en-US" dirty="0"/>
              <a:t>If mistake happens, message should explain clearly.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 “Error 404”</a:t>
            </a:r>
            <a:br>
              <a:rPr lang="en-US" dirty="0"/>
            </a:br>
            <a:r>
              <a:rPr lang="en-US" dirty="0"/>
              <a:t> “Page not found. Please check the link.”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1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96AA-62A7-7644-67FB-7C94E29B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UI(user interface) 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FE4E7-7331-433E-342F-3CC93A9C3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UI (User Interface) is what the user sees and interacts with buttons, menus, colors, layouts. </a:t>
            </a:r>
          </a:p>
          <a:p>
            <a:r>
              <a:rPr lang="en-US" dirty="0"/>
              <a:t>UI is a part of UX, but UX is bigger  it’s the overall experience.</a:t>
            </a:r>
          </a:p>
          <a:p>
            <a:r>
              <a:rPr lang="en-US" dirty="0"/>
              <a:t>When you open an app, you see:</a:t>
            </a:r>
          </a:p>
          <a:p>
            <a:r>
              <a:rPr lang="en-US" dirty="0"/>
              <a:t>Buttons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Icons</a:t>
            </a:r>
          </a:p>
          <a:p>
            <a:r>
              <a:rPr lang="en-US" dirty="0"/>
              <a:t>Menus</a:t>
            </a:r>
          </a:p>
          <a:p>
            <a:r>
              <a:rPr lang="en-US" dirty="0"/>
              <a:t>All of these together are called the </a:t>
            </a:r>
            <a:r>
              <a:rPr lang="en-US" b="1" dirty="0"/>
              <a:t>User Interface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1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3A7B-9B76-5EA7-3CC1-3BA7388D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63079-CF9A-C62E-3D6B-B147FC5F3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Customer Management Apps (CRM)</a:t>
            </a:r>
          </a:p>
          <a:p>
            <a:r>
              <a:rPr lang="en-US" dirty="0"/>
              <a:t>CRM = Customer Relationship Management</a:t>
            </a:r>
          </a:p>
          <a:p>
            <a:r>
              <a:rPr lang="en-US" dirty="0"/>
              <a:t>Used to manage customer data and sales.</a:t>
            </a:r>
          </a:p>
          <a:p>
            <a:r>
              <a:rPr lang="en-US" dirty="0"/>
              <a:t>Salesforce</a:t>
            </a:r>
          </a:p>
          <a:p>
            <a:r>
              <a:rPr lang="en-US" dirty="0"/>
              <a:t>HubSpot</a:t>
            </a:r>
          </a:p>
          <a:p>
            <a:r>
              <a:rPr lang="en-US" b="1" dirty="0"/>
              <a:t>Communication &amp; Teamwork Apps</a:t>
            </a:r>
          </a:p>
          <a:p>
            <a:r>
              <a:rPr lang="en-US" dirty="0"/>
              <a:t>Used for internal communication.</a:t>
            </a:r>
          </a:p>
          <a:p>
            <a:r>
              <a:rPr lang="en-US" dirty="0"/>
              <a:t>Slack</a:t>
            </a:r>
          </a:p>
          <a:p>
            <a:r>
              <a:rPr lang="en-US" dirty="0"/>
              <a:t>Microsoft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66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C60F-938B-1453-0FF4-7E5CA71C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7D0D6-FC9F-79BF-1FEE-9493C3255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Graphical User Interface (GUI)</a:t>
            </a:r>
          </a:p>
          <a:p>
            <a:r>
              <a:rPr lang="en-US" dirty="0"/>
              <a:t>This is the most common type.</a:t>
            </a:r>
          </a:p>
          <a:p>
            <a:r>
              <a:rPr lang="en-US" dirty="0"/>
              <a:t>Users interact using:</a:t>
            </a:r>
          </a:p>
          <a:p>
            <a:r>
              <a:rPr lang="en-US" dirty="0"/>
              <a:t>Mouse</a:t>
            </a:r>
          </a:p>
          <a:p>
            <a:r>
              <a:rPr lang="en-US" dirty="0"/>
              <a:t>Touch</a:t>
            </a:r>
          </a:p>
          <a:p>
            <a:r>
              <a:rPr lang="en-US" dirty="0"/>
              <a:t>Icons</a:t>
            </a:r>
          </a:p>
          <a:p>
            <a:r>
              <a:rPr lang="en-US" dirty="0"/>
              <a:t>Buttons</a:t>
            </a:r>
          </a:p>
          <a:p>
            <a:r>
              <a:rPr lang="en-US" dirty="0"/>
              <a:t>Example:  Microsoft Windows operating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9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FFA5-85A1-8B05-8EAF-2B5E7D737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C06EF-D961-9148-8AA4-38960F0C1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Command Line Interface (CLI)</a:t>
            </a:r>
          </a:p>
          <a:p>
            <a:r>
              <a:rPr lang="en-US" dirty="0"/>
              <a:t>Users type commands using keyboard.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Terminal in Linux</a:t>
            </a:r>
          </a:p>
          <a:p>
            <a:r>
              <a:rPr lang="en-US" dirty="0"/>
              <a:t>It has no buttons or graphics, only text commands.</a:t>
            </a:r>
          </a:p>
          <a:p>
            <a:r>
              <a:rPr lang="en-US" b="1" dirty="0"/>
              <a:t>Voice User Interface (VUI)</a:t>
            </a:r>
          </a:p>
          <a:p>
            <a:r>
              <a:rPr lang="en-US" dirty="0"/>
              <a:t>Users interact using voice.</a:t>
            </a:r>
          </a:p>
          <a:p>
            <a:r>
              <a:rPr lang="en-US" dirty="0"/>
              <a:t>Example : Amazon Alexa</a:t>
            </a:r>
          </a:p>
          <a:p>
            <a:r>
              <a:rPr lang="en-US" dirty="0"/>
              <a:t>Google Assistant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004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13D9-BFB3-B246-86BC-E9DAF709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UX in Customer Satisfaction and Business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0EEB5-16D9-AA55-8FBB-2AB5A6342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UX : Happy Customers - Repeat Sales - Business Growth</a:t>
            </a:r>
          </a:p>
          <a:p>
            <a:r>
              <a:rPr lang="en-US" dirty="0"/>
              <a:t>Poor UX : Frustration - Abandoned App - Loss of Revenue</a:t>
            </a:r>
          </a:p>
          <a:p>
            <a:r>
              <a:rPr lang="en-US" b="1" dirty="0"/>
              <a:t>Examples:</a:t>
            </a:r>
          </a:p>
          <a:p>
            <a:r>
              <a:rPr lang="en-US" b="1" dirty="0"/>
              <a:t>Uber / Careem:</a:t>
            </a:r>
            <a:endParaRPr lang="en-US" dirty="0"/>
          </a:p>
          <a:p>
            <a:pPr lvl="1"/>
            <a:r>
              <a:rPr lang="en-US" dirty="0"/>
              <a:t>Easy ride booking, clear fare, live tracking - excellent UX - high customer retention</a:t>
            </a:r>
          </a:p>
          <a:p>
            <a:r>
              <a:rPr lang="en-US" b="1" dirty="0"/>
              <a:t>Food Delivery App:</a:t>
            </a:r>
            <a:endParaRPr lang="en-US" dirty="0"/>
          </a:p>
          <a:p>
            <a:pPr lvl="1"/>
            <a:r>
              <a:rPr lang="en-US" dirty="0"/>
              <a:t>Slow, confusing ordering process - customers may switch to competitor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15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863-A6CE-3AC9-B878-E923C301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customer satisfaction?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1847-4445-AD25-A55B-D6F24AD5C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satisfaction means Customers feel happy, comfortable, and satisfied while using a product or service.</a:t>
            </a:r>
          </a:p>
          <a:p>
            <a:r>
              <a:rPr lang="en-US" dirty="0"/>
              <a:t>If customers are satisfied:</a:t>
            </a:r>
          </a:p>
          <a:p>
            <a:r>
              <a:rPr lang="en-US" dirty="0"/>
              <a:t>They come back again</a:t>
            </a:r>
          </a:p>
          <a:p>
            <a:r>
              <a:rPr lang="en-US" dirty="0"/>
              <a:t>They recommend it to others</a:t>
            </a:r>
          </a:p>
          <a:p>
            <a:r>
              <a:rPr lang="en-US" dirty="0"/>
              <a:t>They trust the company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7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4464-3756-C659-5213-F35D2085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UX is Important for Business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83209-1266-F81E-8DB2-C376DEDB2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Increases Customer Loyalty</a:t>
            </a:r>
          </a:p>
          <a:p>
            <a:r>
              <a:rPr lang="en-US" dirty="0"/>
              <a:t>If users enjoy the app They will use it again.</a:t>
            </a:r>
          </a:p>
          <a:p>
            <a:r>
              <a:rPr lang="en-US" dirty="0"/>
              <a:t>Loyal customers = stable income.</a:t>
            </a:r>
          </a:p>
          <a:p>
            <a:r>
              <a:rPr lang="en-US" b="1" dirty="0"/>
              <a:t>Increases Sales and Revenue</a:t>
            </a:r>
          </a:p>
          <a:p>
            <a:r>
              <a:rPr lang="en-US" dirty="0"/>
              <a:t>Simple and smooth design More people complete purchases.</a:t>
            </a:r>
          </a:p>
          <a:p>
            <a:r>
              <a:rPr lang="en-US" dirty="0"/>
              <a:t>Example: If payment page is confusing, customers cancel orders.</a:t>
            </a:r>
          </a:p>
          <a:p>
            <a:r>
              <a:rPr lang="en-US" dirty="0"/>
              <a:t>Better UX = more completed sales.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612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E73D-7975-4D87-52B8-D20A588D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F24D7-356F-B91E-2335-DDBE208D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User Persona is a fictional (imaginary) character that represents a type of real user.</a:t>
            </a:r>
          </a:p>
          <a:p>
            <a:r>
              <a:rPr lang="en-US" dirty="0"/>
              <a:t>It helps designers understand:</a:t>
            </a:r>
          </a:p>
          <a:p>
            <a:r>
              <a:rPr lang="en-US" dirty="0"/>
              <a:t>Who will use the system</a:t>
            </a:r>
          </a:p>
          <a:p>
            <a:r>
              <a:rPr lang="en-US" dirty="0"/>
              <a:t>What they need</a:t>
            </a:r>
          </a:p>
          <a:p>
            <a:r>
              <a:rPr lang="en-US" dirty="0"/>
              <a:t>What problems they face</a:t>
            </a:r>
          </a:p>
          <a:p>
            <a:r>
              <a:rPr lang="en-US" dirty="0"/>
              <a:t>It is based on real research, not guessing.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91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940B-C189-D282-73A7-2C79CADA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68035-4DBB-8479-A6F5-C51E681D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designing platforms like Facebook, designers create different personas such as:</a:t>
            </a:r>
          </a:p>
          <a:p>
            <a:r>
              <a:rPr lang="en-US" dirty="0"/>
              <a:t>Teen user</a:t>
            </a:r>
          </a:p>
          <a:p>
            <a:r>
              <a:rPr lang="en-US" dirty="0"/>
              <a:t>Business user</a:t>
            </a:r>
          </a:p>
          <a:p>
            <a:r>
              <a:rPr lang="en-US" dirty="0"/>
              <a:t>Content creator</a:t>
            </a:r>
          </a:p>
          <a:p>
            <a:r>
              <a:rPr lang="en-US" dirty="0"/>
              <a:t>Each has different goals and behaviors.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029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CEF1-D561-2629-DF7F-EA3CB941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11A8-1B3A-301B-7942-0D8A9269E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requirements answer “What does the company need and why?”</a:t>
            </a:r>
          </a:p>
          <a:p>
            <a:r>
              <a:rPr lang="en-US" dirty="0"/>
              <a:t>They do NOT explain:</a:t>
            </a:r>
          </a:p>
          <a:p>
            <a:r>
              <a:rPr lang="en-US" dirty="0"/>
              <a:t>How the system will be built</a:t>
            </a:r>
          </a:p>
          <a:p>
            <a:r>
              <a:rPr lang="en-US" dirty="0"/>
              <a:t>Which programming language will be used</a:t>
            </a:r>
          </a:p>
          <a:p>
            <a:r>
              <a:rPr lang="en-US" dirty="0"/>
              <a:t>They only explain the business need.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00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4EA70-23F5-9E35-9967-DABD146F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4398E-FA86-6340-0CBC-4620359E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company wants to build an e-commerce website.</a:t>
            </a:r>
          </a:p>
          <a:p>
            <a:r>
              <a:rPr lang="en-US" b="1" dirty="0"/>
              <a:t>Business Requirements:</a:t>
            </a:r>
          </a:p>
          <a:p>
            <a:r>
              <a:rPr lang="en-US" dirty="0"/>
              <a:t>Increase online sales by 30%</a:t>
            </a:r>
          </a:p>
          <a:p>
            <a:r>
              <a:rPr lang="en-US" dirty="0"/>
              <a:t>Allow customers to order products online</a:t>
            </a:r>
          </a:p>
          <a:p>
            <a:r>
              <a:rPr lang="en-US" dirty="0"/>
              <a:t>Provide secure online payment</a:t>
            </a:r>
          </a:p>
          <a:p>
            <a:r>
              <a:rPr lang="en-US" dirty="0"/>
              <a:t>Reduce manual order processing</a:t>
            </a:r>
          </a:p>
          <a:p>
            <a:r>
              <a:rPr lang="en-US" dirty="0"/>
              <a:t>These are business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00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2767-F94B-C1F8-3ACE-3E066DA0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Wireframing  (Low-Fidelity Design)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0352-3A0C-5DD7-0AB7-444F2A988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Wireframe = skeleton of your app</a:t>
            </a:r>
          </a:p>
          <a:p>
            <a:r>
              <a:rPr lang="en-US" dirty="0"/>
              <a:t>Shows layout, screens, and user flow</a:t>
            </a:r>
          </a:p>
          <a:p>
            <a:r>
              <a:rPr lang="en-US" dirty="0"/>
              <a:t>No colors, fancy fonts, or images yet</a:t>
            </a:r>
          </a:p>
          <a:p>
            <a:r>
              <a:rPr lang="en-US" b="1" dirty="0"/>
              <a:t>Wireframe shows:</a:t>
            </a:r>
            <a:endParaRPr lang="en-US" dirty="0"/>
          </a:p>
          <a:p>
            <a:r>
              <a:rPr lang="en-US" dirty="0"/>
              <a:t>Where buttons go</a:t>
            </a:r>
          </a:p>
          <a:p>
            <a:r>
              <a:rPr lang="en-US" dirty="0"/>
              <a:t>How screens are connected</a:t>
            </a:r>
          </a:p>
          <a:p>
            <a:r>
              <a:rPr lang="en-US" dirty="0"/>
              <a:t>What information is displayed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848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5574-EC57-C36E-D416-8C955092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login page wireframe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83AC-0353-4271-2810-9CE2AFCF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designing with colors and images, a wireframe may show:</a:t>
            </a:r>
          </a:p>
          <a:p>
            <a:r>
              <a:rPr lang="en-US" dirty="0"/>
              <a:t>Logo at top</a:t>
            </a:r>
          </a:p>
          <a:p>
            <a:r>
              <a:rPr lang="en-US" dirty="0"/>
              <a:t>Email field</a:t>
            </a:r>
          </a:p>
          <a:p>
            <a:r>
              <a:rPr lang="en-US" dirty="0"/>
              <a:t>Password field</a:t>
            </a:r>
          </a:p>
          <a:p>
            <a:r>
              <a:rPr lang="en-US" dirty="0"/>
              <a:t>Login button</a:t>
            </a:r>
          </a:p>
          <a:p>
            <a:r>
              <a:rPr lang="en-US" dirty="0"/>
              <a:t>“Forgot Password” link</a:t>
            </a:r>
          </a:p>
          <a:p>
            <a:r>
              <a:rPr lang="en-US" dirty="0"/>
              <a:t>Just simple boxes and lines.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151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D5FD-64E5-C683-D680-7E766E73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Overview: Figma / Canva / Paper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AB443-8BFF-8E57-36AA-18F1C85EE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Figma</a:t>
            </a:r>
          </a:p>
          <a:p>
            <a:r>
              <a:rPr lang="en-US" dirty="0"/>
              <a:t>Cloud-based design tool</a:t>
            </a:r>
          </a:p>
          <a:p>
            <a:r>
              <a:rPr lang="en-US" dirty="0"/>
              <a:t>Used for wireframes and UI design</a:t>
            </a:r>
          </a:p>
          <a:p>
            <a:r>
              <a:rPr lang="en-US" dirty="0"/>
              <a:t>Real-time collaboration - multiple designers can work together</a:t>
            </a:r>
          </a:p>
          <a:p>
            <a:r>
              <a:rPr lang="en-US" b="1" dirty="0"/>
              <a:t>Canva</a:t>
            </a:r>
          </a:p>
          <a:p>
            <a:r>
              <a:rPr lang="en-US" dirty="0"/>
              <a:t>Simple drag-and-drop design tool</a:t>
            </a:r>
          </a:p>
          <a:p>
            <a:r>
              <a:rPr lang="en-US" dirty="0"/>
              <a:t>Good for basic app mockups</a:t>
            </a:r>
          </a:p>
          <a:p>
            <a:r>
              <a:rPr lang="en-US" dirty="0"/>
              <a:t>Easy for beginners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89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346B-10F1-1A53-6C4E-A13D74C0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C5D3-2708-26D4-4EF0-E70362C76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Paper Prototyping</a:t>
            </a:r>
          </a:p>
          <a:p>
            <a:r>
              <a:rPr lang="en-US" dirty="0"/>
              <a:t>Old-school method: draw screens on paper</a:t>
            </a:r>
          </a:p>
          <a:p>
            <a:r>
              <a:rPr lang="en-US" dirty="0"/>
              <a:t>Great for brainstorming and early feedback</a:t>
            </a:r>
          </a:p>
          <a:p>
            <a:r>
              <a:rPr lang="en-US" dirty="0"/>
              <a:t>Cheap, quick, and easy</a:t>
            </a:r>
          </a:p>
          <a:p>
            <a:r>
              <a:rPr lang="en-US" b="1" dirty="0"/>
              <a:t>Business Example:</a:t>
            </a:r>
          </a:p>
          <a:p>
            <a:r>
              <a:rPr lang="en-US" dirty="0"/>
              <a:t>Bakery App: Draw screens on paper - test with 3 customers - improve flow - design final version in Figma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9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99CE-42C7-0C50-0423-9D146B41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Journey in Business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711B7-F3ED-3FDE-3CA2-CF9A30E44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Customer journey = steps a user takes from opening the app to completing a goal</a:t>
            </a:r>
          </a:p>
          <a:p>
            <a:r>
              <a:rPr lang="en-US" dirty="0"/>
              <a:t>Helps businesses understand pain points and improve UX</a:t>
            </a:r>
          </a:p>
          <a:p>
            <a:r>
              <a:rPr lang="en-US" b="1" dirty="0"/>
              <a:t>Example : Online Grocerry App</a:t>
            </a:r>
          </a:p>
          <a:p>
            <a:r>
              <a:rPr lang="en-US" dirty="0"/>
              <a:t>Open app - Homepage - Browse products</a:t>
            </a:r>
          </a:p>
          <a:p>
            <a:r>
              <a:rPr lang="en-US" dirty="0"/>
              <a:t>Add items to cart - Check cart</a:t>
            </a:r>
          </a:p>
          <a:p>
            <a:r>
              <a:rPr lang="en-US" dirty="0"/>
              <a:t>Choose delivery time - Make payment</a:t>
            </a:r>
          </a:p>
          <a:p>
            <a:r>
              <a:rPr lang="en-US" dirty="0"/>
              <a:t>Receive order confirmation - Track delivery</a:t>
            </a:r>
          </a:p>
          <a:p>
            <a:r>
              <a:rPr lang="en-US" b="1" dirty="0"/>
              <a:t>Business Insights:</a:t>
            </a:r>
            <a:endParaRPr lang="en-US" dirty="0"/>
          </a:p>
          <a:p>
            <a:r>
              <a:rPr lang="en-US" dirty="0"/>
              <a:t>Where do customers drop off? (e.g., complicated checkout - redesign)</a:t>
            </a:r>
          </a:p>
          <a:p>
            <a:r>
              <a:rPr lang="en-US" dirty="0"/>
              <a:t>What features improve satisfaction? (e.g., search bar, filters, tracking)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391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670</TotalTime>
  <Words>1019</Words>
  <Application>Microsoft Office PowerPoint</Application>
  <PresentationFormat>Widescreen</PresentationFormat>
  <Paragraphs>167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Gill Sans MT</vt:lpstr>
      <vt:lpstr>Gallery</vt:lpstr>
      <vt:lpstr>PowerPoint Presentation</vt:lpstr>
      <vt:lpstr>Lecture : 02</vt:lpstr>
      <vt:lpstr>Introduction to User Experience (UX) and User Interface (UI)</vt:lpstr>
      <vt:lpstr>Example: food delivery app</vt:lpstr>
      <vt:lpstr>What makes good ux?</vt:lpstr>
      <vt:lpstr>Cont…</vt:lpstr>
      <vt:lpstr>What is UI(user interface) ? </vt:lpstr>
      <vt:lpstr>Example </vt:lpstr>
      <vt:lpstr>Types of user interface</vt:lpstr>
      <vt:lpstr>Cont…</vt:lpstr>
      <vt:lpstr>Importance of UX in Customer Satisfaction and Business Success</vt:lpstr>
      <vt:lpstr>What is customer satisfaction?</vt:lpstr>
      <vt:lpstr>Why UX is Important for Business Success</vt:lpstr>
      <vt:lpstr>User Personas</vt:lpstr>
      <vt:lpstr>Real life example</vt:lpstr>
      <vt:lpstr>Business Requirements:</vt:lpstr>
      <vt:lpstr>example</vt:lpstr>
      <vt:lpstr>Wireframing  (Low-Fidelity Design)</vt:lpstr>
      <vt:lpstr>Example: login page wireframe</vt:lpstr>
      <vt:lpstr>Tools Overview: Figma / Canva / Paper Prototyping</vt:lpstr>
      <vt:lpstr>Cont…</vt:lpstr>
      <vt:lpstr>Customer Journey in Business Apps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165</cp:revision>
  <dcterms:created xsi:type="dcterms:W3CDTF">2025-09-12T12:30:33Z</dcterms:created>
  <dcterms:modified xsi:type="dcterms:W3CDTF">2026-02-22T06:28:19Z</dcterms:modified>
</cp:coreProperties>
</file>