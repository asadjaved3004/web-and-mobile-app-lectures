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4BD0D-F377-4BB2-950B-0ABDBF7025C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37254-F8D8-44B7-8D96-0638D1688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7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68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964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616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701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697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206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57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625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41BB4F6-8B81-41C3-9539-DA183A3106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900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92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013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BB4F6-8B81-41C3-9539-DA183A3106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68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E0388-B079-A389-5EBE-C58E48567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0573A-2BBC-EE84-71B3-8B9EF27588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CD68E3-D30D-AA20-48F4-C569A026A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55" y="788918"/>
            <a:ext cx="11132090" cy="3704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9265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181C-59EE-16DB-00C9-737771AE8E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Lecture </a:t>
            </a:r>
            <a:r>
              <a:rPr lang="en-US" sz="4000"/>
              <a:t>: 05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F6595-6D7A-271E-1DC9-E6C569455F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Introduction to CSS</a:t>
            </a:r>
          </a:p>
        </p:txBody>
      </p:sp>
    </p:spTree>
    <p:extLst>
      <p:ext uri="{BB962C8B-B14F-4D97-AF65-F5344CB8AC3E}">
        <p14:creationId xmlns:p14="http://schemas.microsoft.com/office/powerpoint/2010/main" val="789811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61448-447D-6AFD-7023-7325FFB93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92DE7-4F16-6320-7982-6EEB631B7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CSS stands for Cascading Style Sheets. It is used to design and style web pages created with HTML.</a:t>
            </a:r>
          </a:p>
          <a:p>
            <a:r>
              <a:rPr lang="en-US" dirty="0"/>
              <a:t>HTML creates the structure of a webpage (content).</a:t>
            </a:r>
          </a:p>
          <a:p>
            <a:r>
              <a:rPr lang="en-US" dirty="0"/>
              <a:t>CSS makes the webpage look beautiful (design and layout).</a:t>
            </a:r>
          </a:p>
          <a:p>
            <a:r>
              <a:rPr lang="en-US" b="1" dirty="0"/>
              <a:t>Example: </a:t>
            </a:r>
            <a:r>
              <a:rPr lang="en-US" dirty="0"/>
              <a:t>&lt;p&gt;Hello Students&lt;/p&gt;</a:t>
            </a:r>
          </a:p>
          <a:p>
            <a:r>
              <a:rPr lang="en-US" b="1" dirty="0"/>
              <a:t>With CSS: </a:t>
            </a:r>
            <a:r>
              <a:rPr lang="en-US" dirty="0"/>
              <a:t>&lt;p style="</a:t>
            </a:r>
            <a:r>
              <a:rPr lang="en-US" dirty="0" err="1"/>
              <a:t>color:blue</a:t>
            </a:r>
            <a:r>
              <a:rPr lang="en-US" dirty="0"/>
              <a:t>; font-size:20px;"&gt;Hello Students&lt;/p&gt;</a:t>
            </a:r>
          </a:p>
          <a:p>
            <a:r>
              <a:rPr lang="en-US" dirty="0"/>
              <a:t>Now the text becomes </a:t>
            </a:r>
            <a:r>
              <a:rPr lang="en-US" b="1" dirty="0"/>
              <a:t>blue and larger</a:t>
            </a:r>
            <a:r>
              <a:rPr lang="en-US" dirty="0"/>
              <a:t>.</a:t>
            </a:r>
          </a:p>
          <a:p>
            <a:r>
              <a:rPr lang="en-US" dirty="0"/>
              <a:t>So CSS controls the </a:t>
            </a:r>
            <a:r>
              <a:rPr lang="en-US" b="1" dirty="0"/>
              <a:t>appearance of a website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25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CE241-BE8C-B8C5-0FCC-0BD96DCD2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css</a:t>
            </a:r>
            <a:r>
              <a:rPr lang="en-US" dirty="0"/>
              <a:t> is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D01CD-7D5D-EFE4-4788-C51702AA9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CSS is used to:</a:t>
            </a:r>
          </a:p>
          <a:p>
            <a:r>
              <a:rPr lang="en-US" dirty="0"/>
              <a:t>Add colors to text and background</a:t>
            </a:r>
          </a:p>
          <a:p>
            <a:r>
              <a:rPr lang="en-US" dirty="0"/>
              <a:t>Change fonts and text size</a:t>
            </a:r>
          </a:p>
          <a:p>
            <a:r>
              <a:rPr lang="en-US" dirty="0"/>
              <a:t>Control spacing and alignment</a:t>
            </a:r>
          </a:p>
          <a:p>
            <a:r>
              <a:rPr lang="en-US" dirty="0"/>
              <a:t>Create layouts for webpages</a:t>
            </a:r>
          </a:p>
          <a:p>
            <a:r>
              <a:rPr lang="en-US" dirty="0"/>
              <a:t>Make websites responsive (mobile friendly)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121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A3EF-1E66-EFF4-E499-1DB88E299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</a:t>
            </a:r>
            <a:r>
              <a:rPr lang="en-US" dirty="0" err="1"/>
              <a:t>css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774D1-56BE-B954-E1FF-407C5FE79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</a:t>
            </a:r>
            <a:r>
              <a:rPr lang="en-US" b="1" dirty="0"/>
              <a:t>three ways to use CSS in HTML</a:t>
            </a:r>
            <a:r>
              <a:rPr lang="en-US" dirty="0"/>
              <a:t>.</a:t>
            </a:r>
          </a:p>
          <a:p>
            <a:r>
              <a:rPr lang="en-US" b="1" dirty="0"/>
              <a:t>1. Inline CSS</a:t>
            </a:r>
          </a:p>
          <a:p>
            <a:r>
              <a:rPr lang="en-US" dirty="0"/>
              <a:t>Inline CSS is written </a:t>
            </a:r>
            <a:r>
              <a:rPr lang="en-US" b="1" dirty="0"/>
              <a:t>inside the HTML tag</a:t>
            </a:r>
            <a:r>
              <a:rPr lang="en-US" dirty="0"/>
              <a:t> using the style attribute.</a:t>
            </a:r>
          </a:p>
          <a:p>
            <a:r>
              <a:rPr lang="en-US" dirty="0"/>
              <a:t>&lt;p style="</a:t>
            </a:r>
            <a:r>
              <a:rPr lang="en-US" dirty="0" err="1"/>
              <a:t>color:red</a:t>
            </a:r>
            <a:r>
              <a:rPr lang="en-US" dirty="0"/>
              <a:t>;"&gt;This is a red paragraph&lt;/p&gt;</a:t>
            </a:r>
          </a:p>
          <a:p>
            <a:r>
              <a:rPr lang="en-US" dirty="0"/>
              <a:t>color changes the text color.</a:t>
            </a:r>
          </a:p>
          <a:p>
            <a:r>
              <a:rPr lang="en-US" dirty="0"/>
              <a:t>Inline CSS is useful for </a:t>
            </a:r>
            <a:r>
              <a:rPr lang="en-US" b="1" dirty="0"/>
              <a:t>small changes</a:t>
            </a:r>
            <a:r>
              <a:rPr lang="en-US" dirty="0"/>
              <a:t>, but it is </a:t>
            </a:r>
            <a:r>
              <a:rPr lang="en-US" b="1" dirty="0"/>
              <a:t>not recommended for large websites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914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E355D-12FA-F442-DCCF-C256E06BE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42280-B584-717A-346D-A12BD34AD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Internal CSS</a:t>
            </a:r>
          </a:p>
          <a:p>
            <a:r>
              <a:rPr lang="en-US" dirty="0"/>
              <a:t>Internal CSS is written inside the &lt;style&gt; tag in the &lt;head&gt; section of HTML.</a:t>
            </a:r>
          </a:p>
          <a:p>
            <a:r>
              <a:rPr lang="en-US" dirty="0"/>
              <a:t>This will make all paragraphs blue.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E77966-BB67-CA87-CD7E-69A1FA0E2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088" y="2988147"/>
            <a:ext cx="2302961" cy="289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230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A3536-0D74-5B8B-A939-7097E2241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BE5A8-F1E8-CC79-0F28-0D6DFA33A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External CSS (Most Recommended)</a:t>
            </a:r>
          </a:p>
          <a:p>
            <a:r>
              <a:rPr lang="en-US" dirty="0"/>
              <a:t>External CSS is written in a </a:t>
            </a:r>
            <a:r>
              <a:rPr lang="en-US" b="1" dirty="0"/>
              <a:t>separate file</a:t>
            </a:r>
            <a:r>
              <a:rPr lang="en-US" dirty="0"/>
              <a:t>.</a:t>
            </a:r>
          </a:p>
          <a:p>
            <a:r>
              <a:rPr lang="en-US" dirty="0"/>
              <a:t>Example file : style.css</a:t>
            </a:r>
          </a:p>
          <a:p>
            <a:r>
              <a:rPr lang="en-US" dirty="0"/>
              <a:t>Then connect it with HTML: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D49931-7636-9B55-FC2E-8DBF81C88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0999" y="2307844"/>
            <a:ext cx="2019404" cy="11494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719066-49C5-E19E-CB3D-D32416A70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632" y="4409685"/>
            <a:ext cx="4521432" cy="82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516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F96AC-6201-1CA5-EFD3-341707AF6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Css</a:t>
            </a:r>
            <a:r>
              <a:rPr lang="en-US" dirty="0"/>
              <a:t>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740B4-8B76-6D82-F579-6D17F8046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CSS follows a simple structure.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0B8C27-5B18-0368-496C-59EF370AB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620" y="2104489"/>
            <a:ext cx="2082907" cy="141612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FC775F-D4A0-C01E-AAE9-ED866C538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827384"/>
              </p:ext>
            </p:extLst>
          </p:nvPr>
        </p:nvGraphicFramePr>
        <p:xfrm>
          <a:off x="1563991" y="3851905"/>
          <a:ext cx="9604374" cy="1463040"/>
        </p:xfrm>
        <a:graphic>
          <a:graphicData uri="http://schemas.openxmlformats.org/drawingml/2006/table">
            <a:tbl>
              <a:tblPr/>
              <a:tblGrid>
                <a:gridCol w="4802187">
                  <a:extLst>
                    <a:ext uri="{9D8B030D-6E8A-4147-A177-3AD203B41FA5}">
                      <a16:colId xmlns:a16="http://schemas.microsoft.com/office/drawing/2014/main" val="1577106258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75118354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2693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h1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Selector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75215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color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256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blue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204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5135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617F4-5A00-CDCB-8054-FC0DBA735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CSS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C26F2-D488-4618-674B-5CEEF6924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Color</a:t>
            </a:r>
          </a:p>
          <a:p>
            <a:r>
              <a:rPr lang="en-US" dirty="0"/>
              <a:t>Changes text color.</a:t>
            </a:r>
          </a:p>
          <a:p>
            <a:r>
              <a:rPr lang="en-US" b="1" dirty="0"/>
              <a:t>2. Background Color</a:t>
            </a:r>
          </a:p>
          <a:p>
            <a:r>
              <a:rPr lang="en-US" dirty="0"/>
              <a:t>Changes background color.</a:t>
            </a:r>
          </a:p>
          <a:p>
            <a:r>
              <a:rPr lang="en-US" b="1" dirty="0"/>
              <a:t>3. Font Size</a:t>
            </a:r>
          </a:p>
          <a:p>
            <a:r>
              <a:rPr lang="en-US" dirty="0"/>
              <a:t>Changes text size.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FA14CC-777A-030A-6456-D13BF1391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328" y="2015731"/>
            <a:ext cx="2410300" cy="10270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E7947C-5EB8-5302-0D8C-F1814C52C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192" y="3309216"/>
            <a:ext cx="3600635" cy="8636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068F01-8599-CB86-E697-39B1175B4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168" y="4788790"/>
            <a:ext cx="2687659" cy="110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194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66583-D86E-F3E7-0752-621F187D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BE047-BD4E-FEA7-8D8B-A302F9706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Text Alignment</a:t>
            </a:r>
          </a:p>
          <a:p>
            <a:r>
              <a:rPr lang="en-US" dirty="0"/>
              <a:t>Aligns text.</a:t>
            </a:r>
          </a:p>
          <a:p>
            <a:r>
              <a:rPr lang="en-US" dirty="0"/>
              <a:t>Options include:</a:t>
            </a:r>
          </a:p>
          <a:p>
            <a:r>
              <a:rPr lang="en-US" dirty="0"/>
              <a:t>left</a:t>
            </a:r>
          </a:p>
          <a:p>
            <a:r>
              <a:rPr lang="en-US" dirty="0"/>
              <a:t>right</a:t>
            </a:r>
          </a:p>
          <a:p>
            <a:r>
              <a:rPr lang="en-US" dirty="0"/>
              <a:t>center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029D84-B910-DF99-4C8E-2ACBD087A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216" y="2386149"/>
            <a:ext cx="2425825" cy="91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338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DE3CB-5EA6-8113-5FA5-726986308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2412E-9F08-308C-654C-E77201C1F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 Margin</a:t>
            </a:r>
          </a:p>
          <a:p>
            <a:r>
              <a:rPr lang="en-US" dirty="0"/>
              <a:t>Adds </a:t>
            </a:r>
            <a:r>
              <a:rPr lang="en-US" b="1" dirty="0"/>
              <a:t>space outside an element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Padding</a:t>
            </a:r>
          </a:p>
          <a:p>
            <a:r>
              <a:rPr lang="en-US" dirty="0"/>
              <a:t>Adds </a:t>
            </a:r>
            <a:r>
              <a:rPr lang="en-US" b="1" dirty="0"/>
              <a:t>space inside an element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1D6013-54FB-290A-3DE6-FB0ACBA1F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354" y="2131052"/>
            <a:ext cx="2773612" cy="1064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8CF985-E0A0-0A6C-6016-C7F1DB380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544" y="4402150"/>
            <a:ext cx="2657422" cy="113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73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87CC4-E4B9-4442-242D-5801ED24C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A9D2E-23AC-A3BB-9B53-5A0686B8F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Selectors tell CSS </a:t>
            </a:r>
            <a:r>
              <a:rPr lang="en-US" b="1" dirty="0"/>
              <a:t>which HTML element to style</a:t>
            </a:r>
            <a:r>
              <a:rPr lang="en-US" dirty="0"/>
              <a:t>.</a:t>
            </a:r>
          </a:p>
          <a:p>
            <a:r>
              <a:rPr lang="en-US" b="1" dirty="0"/>
              <a:t>1. Element Selector</a:t>
            </a:r>
          </a:p>
          <a:p>
            <a:r>
              <a:rPr lang="en-US" dirty="0"/>
              <a:t>Applies style to all elements of that type.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358BF-4647-A3C1-9E50-662CC222F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234" y="3847366"/>
            <a:ext cx="3131531" cy="148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376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0E1A-9B8F-C34D-8531-E23383FC7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67603-39FB-5613-1BE8-1C8D7F90C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Class Selector</a:t>
            </a:r>
          </a:p>
          <a:p>
            <a:r>
              <a:rPr lang="en-US" dirty="0"/>
              <a:t>Used for specific elements.</a:t>
            </a:r>
          </a:p>
          <a:p>
            <a:endParaRPr lang="en-US" dirty="0"/>
          </a:p>
          <a:p>
            <a:r>
              <a:rPr lang="en-US" dirty="0"/>
              <a:t>HTML: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3BA8B8-BAF4-40D3-D201-468C9493E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15732"/>
            <a:ext cx="3158068" cy="14948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BB45BA-7523-7B7A-AACE-5B8E04042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630" y="4259910"/>
            <a:ext cx="3921303" cy="60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989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2405A-7FA1-D2F3-6A72-7FD459432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0EE56-F5E1-C08F-D6D9-C3796C251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ID Selector</a:t>
            </a:r>
          </a:p>
          <a:p>
            <a:r>
              <a:rPr lang="en-US" dirty="0"/>
              <a:t>Used for </a:t>
            </a:r>
            <a:r>
              <a:rPr lang="en-US" b="1" dirty="0"/>
              <a:t>one unique element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HTML: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1B4707-EA70-E855-C203-4A69BB149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35207"/>
            <a:ext cx="3751075" cy="1201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0256D6-493D-A370-FE8F-742F8E481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056" y="4458983"/>
            <a:ext cx="5907600" cy="65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48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48736-0AC7-2A71-30C3-2FD4DBFA1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D5D39-0F3D-58F2-21A2-6D751738B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CSS, every HTML element is like a box. This is called the Box Model.</a:t>
            </a:r>
          </a:p>
          <a:p>
            <a:r>
              <a:rPr lang="en-US" dirty="0"/>
              <a:t>Box Model Components:</a:t>
            </a:r>
          </a:p>
          <a:p>
            <a:r>
              <a:rPr lang="en-US" dirty="0"/>
              <a:t>Content – The text or image inside the box.</a:t>
            </a:r>
          </a:p>
          <a:p>
            <a:r>
              <a:rPr lang="en-US" dirty="0"/>
              <a:t>Padding – Space inside the box, between content and border.</a:t>
            </a:r>
          </a:p>
          <a:p>
            <a:r>
              <a:rPr lang="en-US" dirty="0"/>
              <a:t>Border – The line surrounding the box.</a:t>
            </a:r>
          </a:p>
          <a:p>
            <a:r>
              <a:rPr lang="en-US" dirty="0"/>
              <a:t>Margin – Space outside the box, between other boxes.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468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BA592-6CB4-58F1-D51B-D06A6591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62937-98FE-EA85-54AE-E8A1CFB8A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Output: A yellow rectangle with a blue border, some padding inside, and margin outside.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9C9FC4-63FC-0657-7C8A-BBE36F554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434" y="2562100"/>
            <a:ext cx="5195129" cy="6687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0F8602-4B95-B2A0-D270-7A3E26FD6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401" y="3418096"/>
            <a:ext cx="4807197" cy="263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736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F01C8-880B-FAC6-D307-BD50DD86E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AD103-4F0E-458A-7554-C6661CDBE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Sections are </a:t>
            </a:r>
            <a:r>
              <a:rPr lang="en-US" b="1" dirty="0"/>
              <a:t>different parts of a webpage</a:t>
            </a:r>
            <a:r>
              <a:rPr lang="en-US" dirty="0"/>
              <a:t> like header, main content, sidebar, footer.</a:t>
            </a:r>
            <a:br>
              <a:rPr lang="en-US" dirty="0"/>
            </a:br>
            <a:r>
              <a:rPr lang="en-US" dirty="0"/>
              <a:t>You can use &lt;div&gt; or semantic tags (&lt;header&gt;, &lt;section&gt;, &lt;footer&gt;) to create sections.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869709-DB8B-1532-7CFB-D4CF77147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365" y="2894149"/>
            <a:ext cx="3790180" cy="31593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EE4146-6A5B-CB97-E0A5-8ADE3D40A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057" y="2894149"/>
            <a:ext cx="3063579" cy="322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55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C8F7-6858-2A25-A2F8-411177AA1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Bars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B99E5-0719-A135-6CB6-78DCB4545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Navigation bars help users </a:t>
            </a:r>
            <a:r>
              <a:rPr lang="en-US" b="1" dirty="0"/>
              <a:t>move between pages</a:t>
            </a:r>
            <a:r>
              <a:rPr lang="en-US" dirty="0"/>
              <a:t>. You can create them with &lt;ul&gt; and &lt;li&gt; or &lt;nav&gt;.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D635DB-A47B-6007-72B8-D6FCF3971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247" y="2744558"/>
            <a:ext cx="3521174" cy="2627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857F15-3285-CE42-BB5B-AB11BF6E6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163" y="2512620"/>
            <a:ext cx="2559182" cy="343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024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967D-5F86-769A-686B-C42F813D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Responsive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A825-54E9-790A-6999-EDBA88042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Responsive design makes your website </a:t>
            </a:r>
            <a:r>
              <a:rPr lang="en-US" b="1" dirty="0"/>
              <a:t>look good on all devices</a:t>
            </a:r>
            <a:r>
              <a:rPr lang="en-US" dirty="0"/>
              <a:t> (desktop, tablet, mobile).</a:t>
            </a:r>
          </a:p>
          <a:p>
            <a:r>
              <a:rPr lang="en-US" dirty="0"/>
              <a:t>The main tool is </a:t>
            </a:r>
            <a:r>
              <a:rPr lang="en-US" b="1" dirty="0"/>
              <a:t>Media Queries</a:t>
            </a:r>
            <a:r>
              <a:rPr lang="en-US" dirty="0"/>
              <a:t> in CSS.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55DE2E-D6F8-4688-95AA-36430E659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394" y="3765875"/>
            <a:ext cx="3780606" cy="11991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6A77DD-C09A-17DE-1D36-EF220DD79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982" y="2680319"/>
            <a:ext cx="3780606" cy="329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19483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2120</TotalTime>
  <Words>571</Words>
  <Application>Microsoft Office PowerPoint</Application>
  <PresentationFormat>Widescreen</PresentationFormat>
  <Paragraphs>97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Courier New</vt:lpstr>
      <vt:lpstr>Gill Sans MT</vt:lpstr>
      <vt:lpstr>Gallery</vt:lpstr>
      <vt:lpstr>PowerPoint Presentation</vt:lpstr>
      <vt:lpstr>Lecture : 05</vt:lpstr>
      <vt:lpstr>What is CSS?</vt:lpstr>
      <vt:lpstr>Why css is important</vt:lpstr>
      <vt:lpstr>Types of css</vt:lpstr>
      <vt:lpstr>Cont…</vt:lpstr>
      <vt:lpstr>Cont…</vt:lpstr>
      <vt:lpstr>Css structure</vt:lpstr>
      <vt:lpstr>Common CSS Properties</vt:lpstr>
      <vt:lpstr>Cont…</vt:lpstr>
      <vt:lpstr>Cont…</vt:lpstr>
      <vt:lpstr>CSS Selectors</vt:lpstr>
      <vt:lpstr>Cont…</vt:lpstr>
      <vt:lpstr>Cont…</vt:lpstr>
      <vt:lpstr>boxes</vt:lpstr>
      <vt:lpstr>example</vt:lpstr>
      <vt:lpstr>sections</vt:lpstr>
      <vt:lpstr>Navigation Bars</vt:lpstr>
      <vt:lpstr>Introduction to Responsive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Asad Javed</dc:creator>
  <cp:lastModifiedBy>Asad Javed</cp:lastModifiedBy>
  <cp:revision>239</cp:revision>
  <dcterms:created xsi:type="dcterms:W3CDTF">2025-09-12T12:30:33Z</dcterms:created>
  <dcterms:modified xsi:type="dcterms:W3CDTF">2026-03-11T05:51:13Z</dcterms:modified>
</cp:coreProperties>
</file>